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bf0f9d70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bf0f9d70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c218a34f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c218a34f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bf0f9d70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bf0f9d70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c434deb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c434deb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title slide for the optimization of artificial reef structures for marine spatial planning purposes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13402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nGoM Artificial Reef Model</a:t>
            </a: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763" y="968908"/>
            <a:ext cx="3952025" cy="23988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" name="Google Shape;61;p14"/>
          <p:cNvGrpSpPr/>
          <p:nvPr/>
        </p:nvGrpSpPr>
        <p:grpSpPr>
          <a:xfrm>
            <a:off x="4702790" y="968911"/>
            <a:ext cx="3952088" cy="3139318"/>
            <a:chOff x="4697400" y="1710501"/>
            <a:chExt cx="3897523" cy="3095974"/>
          </a:xfrm>
        </p:grpSpPr>
        <p:pic>
          <p:nvPicPr>
            <p:cNvPr id="62" name="Google Shape;62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697400" y="1710501"/>
              <a:ext cx="3897523" cy="2341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25350" y="3468725"/>
              <a:ext cx="2540025" cy="1337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4"/>
          <p:cNvSpPr txBox="1"/>
          <p:nvPr/>
        </p:nvSpPr>
        <p:spPr>
          <a:xfrm>
            <a:off x="409950" y="4125190"/>
            <a:ext cx="6889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Mobile Bay (-88.0) to </a:t>
            </a:r>
            <a:r>
              <a:rPr lang="en" sz="1800">
                <a:solidFill>
                  <a:schemeClr val="dk1"/>
                </a:solidFill>
              </a:rPr>
              <a:t>Choctawhatchee</a:t>
            </a:r>
            <a:r>
              <a:rPr lang="en" sz="1800">
                <a:solidFill>
                  <a:schemeClr val="dk1"/>
                </a:solidFill>
              </a:rPr>
              <a:t> Bay (-85.5).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Reef fish focused model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